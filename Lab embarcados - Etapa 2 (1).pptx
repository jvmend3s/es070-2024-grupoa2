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5AC3ED-F39A-4BBF-B9D0-DC328184735B}">
  <a:tblStyle styleId="{C35AC3ED-F39A-4BBF-B9D0-DC3281847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309cea7e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309cea7e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309cea7e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309cea7e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1144799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1144799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309cea7e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309cea7e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Maria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309cea7e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309cea7e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Maria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309cea7e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309cea7e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Bulas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32660e0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32660e0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Bulas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32660e0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32660e0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32660e06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32660e0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309cea7e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309cea7e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311b5a3d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d311b5a3d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309cea7e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309cea7e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309cea7e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309cea7e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Pole (movimento seguidor) e bulas (controle do líder)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312e6cdf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312e6cdf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309cea7e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309cea7e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0102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5.jpg"/><Relationship Id="rId6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ukf9etmnCXq8KqoUbrPvozYZ5ziYVf0n/view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Veículo Seguidor Comboio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Etapa 2</a:t>
            </a:r>
            <a:endParaRPr sz="33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2331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Polewacz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Gustavo Wyatt Varga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Vitor Mendes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Maria Clara Ferreira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764925" y="3172900"/>
            <a:ext cx="2331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</a:t>
            </a:r>
            <a:r>
              <a:rPr lang="pt-BR"/>
              <a:t>171083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</a:t>
            </a:r>
            <a:r>
              <a:rPr lang="pt-BR"/>
              <a:t>236394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- 237881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- 183900</a:t>
            </a:r>
            <a:endParaRPr/>
          </a:p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530102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1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do Funcionamento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225" y="1937375"/>
            <a:ext cx="6591544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36302" y="47499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sp>
        <p:nvSpPr>
          <p:cNvPr id="97" name="Google Shape;97;p14"/>
          <p:cNvSpPr txBox="1"/>
          <p:nvPr/>
        </p:nvSpPr>
        <p:spPr>
          <a:xfrm>
            <a:off x="1963650" y="4838800"/>
            <a:ext cx="521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1: Representação ilustrativa do seguidor comboio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Implementações </a:t>
            </a:r>
            <a:r>
              <a:rPr lang="pt-BR"/>
              <a:t>realizadas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729450" y="1987000"/>
            <a:ext cx="4054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Biblioteca de motores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Leitura dos encoders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Comunicação bluetooth -&gt; veículo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Controle via celular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Utilização display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Sensor ultrassônico (frontal)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Seguidor comboio preliminar</a:t>
            </a:r>
            <a:endParaRPr sz="1600"/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17420" l="0" r="2276" t="24103"/>
          <a:stretch/>
        </p:blipFill>
        <p:spPr>
          <a:xfrm>
            <a:off x="5461026" y="992401"/>
            <a:ext cx="3299499" cy="350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502425" y="4502325"/>
            <a:ext cx="521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2: Foto do carro seguidor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681600" y="115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Avanço do projeto - Etapa 1</a:t>
            </a:r>
            <a:endParaRPr sz="2822"/>
          </a:p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sp>
        <p:nvSpPr>
          <p:cNvPr id="113" name="Google Shape;113;p16"/>
          <p:cNvSpPr txBox="1"/>
          <p:nvPr/>
        </p:nvSpPr>
        <p:spPr>
          <a:xfrm>
            <a:off x="733550" y="2002750"/>
            <a:ext cx="1213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4" name="Google Shape;114;p16"/>
          <p:cNvGraphicFramePr/>
          <p:nvPr/>
        </p:nvGraphicFramePr>
        <p:xfrm>
          <a:off x="1041150" y="183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{C35AC3ED-F39A-4BBF-B9D0-DC328184735B}</a:tableStyleId>
              </a:tblPr>
              <a:tblGrid>
                <a:gridCol w="2323200"/>
                <a:gridCol w="2323200"/>
                <a:gridCol w="2323200"/>
              </a:tblGrid>
              <a:tr h="3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Etapa 2 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Etapa 3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Etapa 4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Motores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Controle de distância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Bluetooth com celular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Sensor ultrassônico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Odometria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V2V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Encoder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Mecanismos de segurança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Refinamento do controle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51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Joystick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Testes de movimentos curvilíneos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LCD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51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Teste preliminar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Implementação dos demais sensores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Projeto final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Testes de novas trajetórias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Motores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729450" y="2078875"/>
            <a:ext cx="76887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Biblioteca com comandos necessários para movimentação e controle do carrinho.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Sendo possível controlar cada motor separadamente, potência, velocidade de rotação, período ativo, sentido da rotação.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Responsáveis por implementação e teste: Gustavo e Maria</a:t>
            </a:r>
            <a:endParaRPr sz="1600"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/>
              <a:t>‹#›</a:t>
            </a:fld>
            <a:endParaRPr sz="1800"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50" y="3240850"/>
            <a:ext cx="6045574" cy="12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Encoders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Leitura dos encoders utilizando o método de frequência fixa.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Utilizado para adquirir verificar a velocidade em cada uma das rodas, será utilizado na próxima interação como fonte de dados para biblioteca de odometria.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Responsáveis por implementação e teste: Gustavo e Maria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Comunicação Celular -&gt; </a:t>
            </a:r>
            <a:r>
              <a:rPr lang="pt-BR"/>
              <a:t>Veiculo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729450" y="1930450"/>
            <a:ext cx="5478000" cy="30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Utilizando o aplicativo </a:t>
            </a:r>
            <a:r>
              <a:rPr b="1" lang="pt-BR" sz="1600"/>
              <a:t>Arduino BlueControl</a:t>
            </a:r>
            <a:r>
              <a:rPr lang="pt-BR" sz="1600"/>
              <a:t> foi possível configurar um controle remoto via bluetooth.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/>
              <a:t>Cada tecla vai enviar uma mensagem com protocolo UART: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Andar para frente, 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Andar para trás, 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Esterçamento  para esquerda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Esterçamento para direita.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rPr lang="pt-BR" sz="1600"/>
              <a:t>Responsáveis por implementação e teste: Guilherme e João</a:t>
            </a:r>
            <a:endParaRPr sz="1600"/>
          </a:p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850" y="1029625"/>
            <a:ext cx="1901300" cy="33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5866400" y="4416550"/>
            <a:ext cx="3202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3: Tela da interface de comunicação celular - 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veiculo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729450" y="1930450"/>
            <a:ext cx="5478000" cy="30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48045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551925"/>
            <a:ext cx="5371200" cy="434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6307450" y="627075"/>
            <a:ext cx="25962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Configuração via terminal por comandos AT.</a:t>
            </a:r>
            <a:br>
              <a:rPr lang="pt-BR" sz="1600"/>
            </a:br>
            <a:r>
              <a:rPr lang="pt-BR" sz="1600"/>
              <a:t>Software: Config HC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Mudança do </a:t>
            </a:r>
            <a:r>
              <a:rPr i="1" lang="pt-BR" sz="1600"/>
              <a:t>Baudrate </a:t>
            </a:r>
            <a:r>
              <a:rPr lang="pt-BR" sz="1600"/>
              <a:t>para 38400;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Mudança do bit de parada para 1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600"/>
              <a:t>AT+UART=38400,1,0</a:t>
            </a:r>
            <a:endParaRPr b="1" sz="1600"/>
          </a:p>
        </p:txBody>
      </p:sp>
      <p:sp>
        <p:nvSpPr>
          <p:cNvPr id="147" name="Google Shape;147;p20"/>
          <p:cNvSpPr txBox="1"/>
          <p:nvPr/>
        </p:nvSpPr>
        <p:spPr>
          <a:xfrm>
            <a:off x="5882800" y="4650550"/>
            <a:ext cx="3202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4: Tela da Config HC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Configuração das teclas do Arduino BlueControl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3">
            <a:alphaModFix/>
          </a:blip>
          <a:srcRect b="58732" l="0" r="0" t="0"/>
          <a:stretch/>
        </p:blipFill>
        <p:spPr>
          <a:xfrm>
            <a:off x="729450" y="2078863"/>
            <a:ext cx="2811499" cy="257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534100" y="4657150"/>
            <a:ext cx="3202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5: Tela Keys configuration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 rotWithShape="1">
          <a:blip r:embed="rId4">
            <a:alphaModFix/>
          </a:blip>
          <a:srcRect b="56631" l="0" r="0" t="0"/>
          <a:stretch/>
        </p:blipFill>
        <p:spPr>
          <a:xfrm>
            <a:off x="3896200" y="2078875"/>
            <a:ext cx="2675279" cy="257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3632725" y="4657150"/>
            <a:ext cx="3202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6: Tela Keys configuration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grpSp>
        <p:nvGrpSpPr>
          <p:cNvPr id="164" name="Google Shape;164;p22"/>
          <p:cNvGrpSpPr/>
          <p:nvPr/>
        </p:nvGrpSpPr>
        <p:grpSpPr>
          <a:xfrm>
            <a:off x="207416" y="234826"/>
            <a:ext cx="4349266" cy="4462733"/>
            <a:chOff x="528200" y="152400"/>
            <a:chExt cx="4509815" cy="4838700"/>
          </a:xfrm>
        </p:grpSpPr>
        <p:pic>
          <p:nvPicPr>
            <p:cNvPr id="165" name="Google Shape;165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8200" y="152400"/>
              <a:ext cx="2177415" cy="48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530800" y="2259375"/>
              <a:ext cx="2177400" cy="393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67" name="Google Shape;16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60600" y="152400"/>
              <a:ext cx="2177415" cy="48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/>
            <p:nvPr/>
          </p:nvSpPr>
          <p:spPr>
            <a:xfrm>
              <a:off x="2945212" y="2178150"/>
              <a:ext cx="2008200" cy="393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69" name="Google Shape;16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5699" y="234840"/>
            <a:ext cx="2008201" cy="446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>
            <a:off x="4742387" y="3821925"/>
            <a:ext cx="2008200" cy="39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6300" y="243663"/>
            <a:ext cx="2000273" cy="444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0" y="4697525"/>
            <a:ext cx="2449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7: Conexão bluetooth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2236625" y="4697525"/>
            <a:ext cx="2449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8: Tela aplicativo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4555200" y="4697525"/>
            <a:ext cx="2449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9: Tela aplicativo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6711825" y="4697525"/>
            <a:ext cx="222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10: Tela aplicativo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727650" y="1265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Display e </a:t>
            </a:r>
            <a:r>
              <a:rPr lang="pt-BR"/>
              <a:t>Sensor Ultrassônico</a:t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727650" y="18006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O display será utilizado ao longo do desenvolvimento do projeto para mostrar informações importantes para testes de validação das implementações (variando ao longo do projeto). No momento, apresenta a distância em tempo real e a velocidade.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Responsáveis por implementação e teste: Guilherme e João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18118" l="0" r="0" t="14973"/>
          <a:stretch/>
        </p:blipFill>
        <p:spPr>
          <a:xfrm>
            <a:off x="2465450" y="3336650"/>
            <a:ext cx="4213099" cy="1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2548500" y="4703800"/>
            <a:ext cx="404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11: Foto do display LCD do carro seguidor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407850" y="1342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Sensor Ultrassônico- Implementação</a:t>
            </a:r>
            <a:endParaRPr/>
          </a:p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700" y="496825"/>
            <a:ext cx="2800400" cy="14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25" y="1984312"/>
            <a:ext cx="4513200" cy="24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4875775" y="2635150"/>
            <a:ext cx="415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AutoNum type="arabicPeriod"/>
            </a:pPr>
            <a:r>
              <a:rPr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Ativação do trigger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AutoNum type="arabicPeriod"/>
            </a:pPr>
            <a:r>
              <a:rPr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1ª interrupção Input Capture do echo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AutoNum type="arabicPeriod"/>
            </a:pPr>
            <a:r>
              <a:rPr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2ª interrupção Input Capture do echo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AutoNum type="arabicPeriod"/>
            </a:pPr>
            <a:r>
              <a:rPr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Cálculo da distância proporcional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538425" y="4394200"/>
            <a:ext cx="4047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12: Imagem ilustrativa sobre funcionamento do sensor ultrassônico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6336700" y="1984300"/>
            <a:ext cx="2800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13: Esquemático sobre funcionamento do sensor ultrassônico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Comboio Preliminar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Primeira implementação de um seguidor comboio, utilizando apenas movimentos em linha reta, os motores do robô seguidor </a:t>
            </a:r>
            <a:r>
              <a:rPr lang="pt-BR" sz="1600"/>
              <a:t>são controlados </a:t>
            </a:r>
            <a:r>
              <a:rPr lang="pt-BR" sz="1600"/>
              <a:t>de acordo com a distância lida pelo sensor ultrassônico: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Distância &gt; 18cm =&gt; Movimento para frente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18 cm &lt; Distância &lt; 6 cm =&gt; Parar motores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Distância &lt; 6 cm = Movimento de ré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Assim o carro seguidor ‘copia’ os movimentos do carro líder sendo controlado pelo aplicativo. </a:t>
            </a:r>
            <a:endParaRPr sz="1600"/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Demonstração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06325" y="2078875"/>
            <a:ext cx="7911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 u="sng">
                <a:solidFill>
                  <a:schemeClr val="hlink"/>
                </a:solidFill>
                <a:hlinkClick r:id="rId3"/>
              </a:rPr>
              <a:t>Demonstração de Funcionamento Robô Comboio</a:t>
            </a:r>
            <a:endParaRPr sz="1600"/>
          </a:p>
        </p:txBody>
      </p:sp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Cronograma - Etapa 3</a:t>
            </a:r>
            <a:endParaRPr/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755700" y="23478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Implementação dos outros sensores ultrassônicos no carro seguidor - </a:t>
            </a:r>
            <a:r>
              <a:rPr b="1" lang="pt-BR" sz="1600"/>
              <a:t>Guilherme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Biblioteca de odometria e exibição dos dados - </a:t>
            </a:r>
            <a:r>
              <a:rPr b="1" lang="pt-BR" sz="1600"/>
              <a:t>Maria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Movimentos curvilíneos suaves - </a:t>
            </a:r>
            <a:r>
              <a:rPr b="1" lang="pt-BR" sz="1600"/>
              <a:t>Gustavo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Comunicação V2V - </a:t>
            </a:r>
            <a:r>
              <a:rPr b="1" lang="pt-BR" sz="1600"/>
              <a:t>João Vitor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Controle de distância com os 3 sensores - </a:t>
            </a:r>
            <a:r>
              <a:rPr b="1" lang="pt-BR" sz="1600"/>
              <a:t>Todos</a:t>
            </a:r>
            <a:endParaRPr b="1" sz="1600"/>
          </a:p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Esboço controle do seguidor</a:t>
            </a:r>
            <a:endParaRPr/>
          </a:p>
        </p:txBody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/>
              <a:t>‹#›</a:t>
            </a:fld>
            <a:endParaRPr sz="1800"/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00" y="2000825"/>
            <a:ext cx="8571274" cy="24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/>
        </p:nvSpPr>
        <p:spPr>
          <a:xfrm>
            <a:off x="1539150" y="4339975"/>
            <a:ext cx="6065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Figura 14: Esquemático preliminar sobre funcionamento do controle do seguidor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